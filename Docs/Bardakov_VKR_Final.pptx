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0" r:id="rId4"/>
    <p:sldId id="258" r:id="rId5"/>
    <p:sldId id="259" r:id="rId6"/>
    <p:sldId id="264" r:id="rId7"/>
    <p:sldId id="261" r:id="rId8"/>
    <p:sldId id="263" r:id="rId9"/>
    <p:sldId id="265" r:id="rId10"/>
    <p:sldId id="268" r:id="rId11"/>
    <p:sldId id="266" r:id="rId12"/>
    <p:sldId id="269" r:id="rId13"/>
    <p:sldId id="267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488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3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митрий Бардаков" userId="56046afecdaba7d7" providerId="LiveId" clId="{FBD82FAF-E5AD-491E-A0EF-8E69CCA091C8}"/>
    <pc:docChg chg="undo redo custSel addSld delSld modSld sldOrd">
      <pc:chgData name="Дмитрий Бардаков" userId="56046afecdaba7d7" providerId="LiveId" clId="{FBD82FAF-E5AD-491E-A0EF-8E69CCA091C8}" dt="2026-04-19T23:16:23.509" v="115" actId="20577"/>
      <pc:docMkLst>
        <pc:docMk/>
      </pc:docMkLst>
      <pc:sldChg chg="delSp modSp mod">
        <pc:chgData name="Дмитрий Бардаков" userId="56046afecdaba7d7" providerId="LiveId" clId="{FBD82FAF-E5AD-491E-A0EF-8E69CCA091C8}" dt="2026-04-19T22:58:41.182" v="25" actId="14100"/>
        <pc:sldMkLst>
          <pc:docMk/>
          <pc:sldMk cId="0" sldId="257"/>
        </pc:sldMkLst>
        <pc:spChg chg="mod">
          <ac:chgData name="Дмитрий Бардаков" userId="56046afecdaba7d7" providerId="LiveId" clId="{FBD82FAF-E5AD-491E-A0EF-8E69CCA091C8}" dt="2026-04-19T22:57:37.503" v="4"/>
          <ac:spMkLst>
            <pc:docMk/>
            <pc:sldMk cId="0" sldId="257"/>
            <ac:spMk id="3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2:58:41.182" v="25" actId="14100"/>
          <ac:spMkLst>
            <pc:docMk/>
            <pc:sldMk cId="0" sldId="257"/>
            <ac:spMk id="6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2:58:39.250" v="24" actId="1076"/>
          <ac:spMkLst>
            <pc:docMk/>
            <pc:sldMk cId="0" sldId="257"/>
            <ac:spMk id="7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8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9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10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13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14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15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16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17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18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19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20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21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7:24.038" v="0" actId="478"/>
          <ac:spMkLst>
            <pc:docMk/>
            <pc:sldMk cId="0" sldId="257"/>
            <ac:spMk id="22" creationId="{00000000-0000-0000-0000-000000000000}"/>
          </ac:spMkLst>
        </pc:spChg>
      </pc:sldChg>
      <pc:sldChg chg="addSp delSp modSp mod ord">
        <pc:chgData name="Дмитрий Бардаков" userId="56046afecdaba7d7" providerId="LiveId" clId="{FBD82FAF-E5AD-491E-A0EF-8E69CCA091C8}" dt="2026-04-19T23:01:33.168" v="57"/>
        <pc:sldMkLst>
          <pc:docMk/>
          <pc:sldMk cId="0" sldId="258"/>
        </pc:sldMkLst>
        <pc:spChg chg="mod">
          <ac:chgData name="Дмитрий Бардаков" userId="56046afecdaba7d7" providerId="LiveId" clId="{FBD82FAF-E5AD-491E-A0EF-8E69CCA091C8}" dt="2026-04-19T23:00:58.293" v="53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Дмитрий Бардаков" userId="56046afecdaba7d7" providerId="LiveId" clId="{FBD82FAF-E5AD-491E-A0EF-8E69CCA091C8}" dt="2026-04-19T23:01:13.158" v="55" actId="478"/>
          <ac:spMkLst>
            <pc:docMk/>
            <pc:sldMk cId="0" sldId="258"/>
            <ac:spMk id="6" creationId="{00000000-0000-0000-0000-000000000000}"/>
          </ac:spMkLst>
        </pc:spChg>
      </pc:sldChg>
      <pc:sldChg chg="modSp mod ord">
        <pc:chgData name="Дмитрий Бардаков" userId="56046afecdaba7d7" providerId="LiveId" clId="{FBD82FAF-E5AD-491E-A0EF-8E69CCA091C8}" dt="2026-04-19T23:03:54.557" v="64"/>
        <pc:sldMkLst>
          <pc:docMk/>
          <pc:sldMk cId="0" sldId="259"/>
        </pc:sldMkLst>
        <pc:spChg chg="mod">
          <ac:chgData name="Дмитрий Бардаков" userId="56046afecdaba7d7" providerId="LiveId" clId="{FBD82FAF-E5AD-491E-A0EF-8E69CCA091C8}" dt="2026-04-19T23:03:54.557" v="64"/>
          <ac:spMkLst>
            <pc:docMk/>
            <pc:sldMk cId="0" sldId="259"/>
            <ac:spMk id="3" creationId="{00000000-0000-0000-0000-000000000000}"/>
          </ac:spMkLst>
        </pc:spChg>
      </pc:sldChg>
      <pc:sldChg chg="delSp modSp mod">
        <pc:chgData name="Дмитрий Бардаков" userId="56046afecdaba7d7" providerId="LiveId" clId="{FBD82FAF-E5AD-491E-A0EF-8E69CCA091C8}" dt="2026-04-19T23:00:12.837" v="50" actId="14100"/>
        <pc:sldMkLst>
          <pc:docMk/>
          <pc:sldMk cId="0" sldId="260"/>
        </pc:sldMkLst>
        <pc:spChg chg="mod">
          <ac:chgData name="Дмитрий Бардаков" userId="56046afecdaba7d7" providerId="LiveId" clId="{FBD82FAF-E5AD-491E-A0EF-8E69CCA091C8}" dt="2026-04-19T22:59:02.818" v="30"/>
          <ac:spMkLst>
            <pc:docMk/>
            <pc:sldMk cId="0" sldId="260"/>
            <ac:spMk id="7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0:12.837" v="50" actId="14100"/>
          <ac:spMkLst>
            <pc:docMk/>
            <pc:sldMk cId="0" sldId="260"/>
            <ac:spMk id="8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0:12.837" v="50" actId="14100"/>
          <ac:spMkLst>
            <pc:docMk/>
            <pc:sldMk cId="0" sldId="260"/>
            <ac:spMk id="9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0:12.837" v="50" actId="1410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0:12.837" v="50" actId="14100"/>
          <ac:spMkLst>
            <pc:docMk/>
            <pc:sldMk cId="0" sldId="260"/>
            <ac:spMk id="11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0:12.837" v="50" actId="14100"/>
          <ac:spMkLst>
            <pc:docMk/>
            <pc:sldMk cId="0" sldId="260"/>
            <ac:spMk id="12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0:12.837" v="50" actId="14100"/>
          <ac:spMkLst>
            <pc:docMk/>
            <pc:sldMk cId="0" sldId="260"/>
            <ac:spMk id="13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0:12.837" v="50" actId="14100"/>
          <ac:spMkLst>
            <pc:docMk/>
            <pc:sldMk cId="0" sldId="260"/>
            <ac:spMk id="14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0:12.837" v="50" actId="1410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0:12.837" v="50" actId="14100"/>
          <ac:spMkLst>
            <pc:docMk/>
            <pc:sldMk cId="0" sldId="260"/>
            <ac:spMk id="16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9:46.920" v="41" actId="478"/>
          <ac:spMkLst>
            <pc:docMk/>
            <pc:sldMk cId="0" sldId="260"/>
            <ac:spMk id="17" creationId="{00000000-0000-0000-0000-000000000000}"/>
          </ac:spMkLst>
        </pc:spChg>
        <pc:spChg chg="del mod">
          <ac:chgData name="Дмитрий Бардаков" userId="56046afecdaba7d7" providerId="LiveId" clId="{FBD82FAF-E5AD-491E-A0EF-8E69CCA091C8}" dt="2026-04-19T23:00:02.852" v="47" actId="478"/>
          <ac:spMkLst>
            <pc:docMk/>
            <pc:sldMk cId="0" sldId="260"/>
            <ac:spMk id="18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9:45.937" v="40" actId="478"/>
          <ac:spMkLst>
            <pc:docMk/>
            <pc:sldMk cId="0" sldId="260"/>
            <ac:spMk id="19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9:49.122" v="42" actId="478"/>
          <ac:spMkLst>
            <pc:docMk/>
            <pc:sldMk cId="0" sldId="260"/>
            <ac:spMk id="20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9:49.122" v="42" actId="478"/>
          <ac:spMkLst>
            <pc:docMk/>
            <pc:sldMk cId="0" sldId="260"/>
            <ac:spMk id="21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9:50.669" v="43" actId="478"/>
          <ac:spMkLst>
            <pc:docMk/>
            <pc:sldMk cId="0" sldId="260"/>
            <ac:spMk id="22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9:49.122" v="42" actId="478"/>
          <ac:spMkLst>
            <pc:docMk/>
            <pc:sldMk cId="0" sldId="260"/>
            <ac:spMk id="23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9:49.122" v="42" actId="478"/>
          <ac:spMkLst>
            <pc:docMk/>
            <pc:sldMk cId="0" sldId="260"/>
            <ac:spMk id="24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9:52.055" v="44" actId="478"/>
          <ac:spMkLst>
            <pc:docMk/>
            <pc:sldMk cId="0" sldId="260"/>
            <ac:spMk id="25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2:59:57.951" v="45" actId="478"/>
          <ac:spMkLst>
            <pc:docMk/>
            <pc:sldMk cId="0" sldId="260"/>
            <ac:spMk id="26" creationId="{00000000-0000-0000-0000-000000000000}"/>
          </ac:spMkLst>
        </pc:spChg>
      </pc:sldChg>
      <pc:sldChg chg="delSp modSp mod">
        <pc:chgData name="Дмитрий Бардаков" userId="56046afecdaba7d7" providerId="LiveId" clId="{FBD82FAF-E5AD-491E-A0EF-8E69CCA091C8}" dt="2026-04-19T23:09:05.001" v="88" actId="1076"/>
        <pc:sldMkLst>
          <pc:docMk/>
          <pc:sldMk cId="0" sldId="261"/>
        </pc:sldMkLst>
        <pc:spChg chg="mod">
          <ac:chgData name="Дмитрий Бардаков" userId="56046afecdaba7d7" providerId="LiveId" clId="{FBD82FAF-E5AD-491E-A0EF-8E69CCA091C8}" dt="2026-04-19T23:09:05.001" v="88" actId="1076"/>
          <ac:spMkLst>
            <pc:docMk/>
            <pc:sldMk cId="0" sldId="261"/>
            <ac:spMk id="6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9:05.001" v="88" actId="1076"/>
          <ac:spMkLst>
            <pc:docMk/>
            <pc:sldMk cId="0" sldId="261"/>
            <ac:spMk id="7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9:05.001" v="88" actId="1076"/>
          <ac:spMkLst>
            <pc:docMk/>
            <pc:sldMk cId="0" sldId="261"/>
            <ac:spMk id="8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9:05.001" v="88" actId="1076"/>
          <ac:spMkLst>
            <pc:docMk/>
            <pc:sldMk cId="0" sldId="261"/>
            <ac:spMk id="9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46.858" v="85" actId="1076"/>
          <ac:spMkLst>
            <pc:docMk/>
            <pc:sldMk cId="0" sldId="261"/>
            <ac:spMk id="10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46.858" v="85" actId="1076"/>
          <ac:spMkLst>
            <pc:docMk/>
            <pc:sldMk cId="0" sldId="261"/>
            <ac:spMk id="11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46.858" v="85" actId="1076"/>
          <ac:spMkLst>
            <pc:docMk/>
            <pc:sldMk cId="0" sldId="261"/>
            <ac:spMk id="12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46.858" v="85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55.299" v="86" actId="1076"/>
          <ac:spMkLst>
            <pc:docMk/>
            <pc:sldMk cId="0" sldId="261"/>
            <ac:spMk id="14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55.299" v="86" actId="1076"/>
          <ac:spMkLst>
            <pc:docMk/>
            <pc:sldMk cId="0" sldId="261"/>
            <ac:spMk id="15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55.299" v="86" actId="1076"/>
          <ac:spMkLst>
            <pc:docMk/>
            <pc:sldMk cId="0" sldId="261"/>
            <ac:spMk id="16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55.299" v="86" actId="1076"/>
          <ac:spMkLst>
            <pc:docMk/>
            <pc:sldMk cId="0" sldId="261"/>
            <ac:spMk id="17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8:17.208" v="79" actId="478"/>
          <ac:spMkLst>
            <pc:docMk/>
            <pc:sldMk cId="0" sldId="261"/>
            <ac:spMk id="18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8:17.208" v="79" actId="478"/>
          <ac:spMkLst>
            <pc:docMk/>
            <pc:sldMk cId="0" sldId="261"/>
            <ac:spMk id="19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8:17.208" v="79" actId="478"/>
          <ac:spMkLst>
            <pc:docMk/>
            <pc:sldMk cId="0" sldId="261"/>
            <ac:spMk id="20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8:17.208" v="79" actId="478"/>
          <ac:spMkLst>
            <pc:docMk/>
            <pc:sldMk cId="0" sldId="261"/>
            <ac:spMk id="21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8:17.208" v="79" actId="478"/>
          <ac:spMkLst>
            <pc:docMk/>
            <pc:sldMk cId="0" sldId="261"/>
            <ac:spMk id="22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8:17.208" v="79" actId="478"/>
          <ac:spMkLst>
            <pc:docMk/>
            <pc:sldMk cId="0" sldId="261"/>
            <ac:spMk id="23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8:17.208" v="79" actId="478"/>
          <ac:spMkLst>
            <pc:docMk/>
            <pc:sldMk cId="0" sldId="261"/>
            <ac:spMk id="24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8:17.208" v="79" actId="478"/>
          <ac:spMkLst>
            <pc:docMk/>
            <pc:sldMk cId="0" sldId="261"/>
            <ac:spMk id="25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58.673" v="87" actId="1076"/>
          <ac:spMkLst>
            <pc:docMk/>
            <pc:sldMk cId="0" sldId="261"/>
            <ac:spMk id="26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58.673" v="87" actId="1076"/>
          <ac:spMkLst>
            <pc:docMk/>
            <pc:sldMk cId="0" sldId="261"/>
            <ac:spMk id="27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58.673" v="87" actId="1076"/>
          <ac:spMkLst>
            <pc:docMk/>
            <pc:sldMk cId="0" sldId="261"/>
            <ac:spMk id="28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08:58.673" v="87" actId="1076"/>
          <ac:spMkLst>
            <pc:docMk/>
            <pc:sldMk cId="0" sldId="261"/>
            <ac:spMk id="29" creationId="{00000000-0000-0000-0000-000000000000}"/>
          </ac:spMkLst>
        </pc:spChg>
      </pc:sldChg>
      <pc:sldChg chg="del">
        <pc:chgData name="Дмитрий Бардаков" userId="56046afecdaba7d7" providerId="LiveId" clId="{FBD82FAF-E5AD-491E-A0EF-8E69CCA091C8}" dt="2026-04-19T23:11:45.305" v="101" actId="47"/>
        <pc:sldMkLst>
          <pc:docMk/>
          <pc:sldMk cId="0" sldId="262"/>
        </pc:sldMkLst>
      </pc:sldChg>
      <pc:sldChg chg="delSp mod ord">
        <pc:chgData name="Дмитрий Бардаков" userId="56046afecdaba7d7" providerId="LiveId" clId="{FBD82FAF-E5AD-491E-A0EF-8E69CCA091C8}" dt="2026-04-19T23:10:39.656" v="93" actId="478"/>
        <pc:sldMkLst>
          <pc:docMk/>
          <pc:sldMk cId="0" sldId="263"/>
        </pc:sldMkLst>
        <pc:spChg chg="del">
          <ac:chgData name="Дмитрий Бардаков" userId="56046afecdaba7d7" providerId="LiveId" clId="{FBD82FAF-E5AD-491E-A0EF-8E69CCA091C8}" dt="2026-04-19T23:10:39.656" v="93" actId="478"/>
          <ac:spMkLst>
            <pc:docMk/>
            <pc:sldMk cId="0" sldId="263"/>
            <ac:spMk id="20" creationId="{00000000-0000-0000-0000-000000000000}"/>
          </ac:spMkLst>
        </pc:spChg>
      </pc:sldChg>
      <pc:sldChg chg="delSp mod ord">
        <pc:chgData name="Дмитрий Бардаков" userId="56046afecdaba7d7" providerId="LiveId" clId="{FBD82FAF-E5AD-491E-A0EF-8E69CCA091C8}" dt="2026-04-19T23:04:45.669" v="67" actId="478"/>
        <pc:sldMkLst>
          <pc:docMk/>
          <pc:sldMk cId="0" sldId="264"/>
        </pc:sldMkLst>
        <pc:spChg chg="del">
          <ac:chgData name="Дмитрий Бардаков" userId="56046afecdaba7d7" providerId="LiveId" clId="{FBD82FAF-E5AD-491E-A0EF-8E69CCA091C8}" dt="2026-04-19T23:04:45.669" v="67" actId="478"/>
          <ac:spMkLst>
            <pc:docMk/>
            <pc:sldMk cId="0" sldId="264"/>
            <ac:spMk id="21" creationId="{00000000-0000-0000-0000-000000000000}"/>
          </ac:spMkLst>
        </pc:spChg>
      </pc:sldChg>
      <pc:sldChg chg="delSp modSp mod ord">
        <pc:chgData name="Дмитрий Бардаков" userId="56046afecdaba7d7" providerId="LiveId" clId="{FBD82FAF-E5AD-491E-A0EF-8E69CCA091C8}" dt="2026-04-19T23:11:11.640" v="100" actId="14100"/>
        <pc:sldMkLst>
          <pc:docMk/>
          <pc:sldMk cId="0" sldId="265"/>
        </pc:sldMkLst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6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7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8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9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10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11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12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13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14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16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17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19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20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21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22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23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24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25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26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27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28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29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30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31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32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33" creationId="{00000000-0000-0000-0000-000000000000}"/>
          </ac:spMkLst>
        </pc:spChg>
        <pc:spChg chg="mod">
          <ac:chgData name="Дмитрий Бардаков" userId="56046afecdaba7d7" providerId="LiveId" clId="{FBD82FAF-E5AD-491E-A0EF-8E69CCA091C8}" dt="2026-04-19T23:11:11.640" v="100" actId="14100"/>
          <ac:spMkLst>
            <pc:docMk/>
            <pc:sldMk cId="0" sldId="265"/>
            <ac:spMk id="34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10:48.821" v="94" actId="478"/>
          <ac:spMkLst>
            <pc:docMk/>
            <pc:sldMk cId="0" sldId="265"/>
            <ac:spMk id="35" creationId="{00000000-0000-0000-0000-000000000000}"/>
          </ac:spMkLst>
        </pc:spChg>
      </pc:sldChg>
      <pc:sldChg chg="delSp modSp mod">
        <pc:chgData name="Дмитрий Бардаков" userId="56046afecdaba7d7" providerId="LiveId" clId="{FBD82FAF-E5AD-491E-A0EF-8E69CCA091C8}" dt="2026-04-19T23:12:31.536" v="103" actId="20577"/>
        <pc:sldMkLst>
          <pc:docMk/>
          <pc:sldMk cId="0" sldId="266"/>
        </pc:sldMkLst>
        <pc:spChg chg="mod">
          <ac:chgData name="Дмитрий Бардаков" userId="56046afecdaba7d7" providerId="LiveId" clId="{FBD82FAF-E5AD-491E-A0EF-8E69CCA091C8}" dt="2026-04-19T23:12:31.536" v="103" actId="20577"/>
          <ac:spMkLst>
            <pc:docMk/>
            <pc:sldMk cId="0" sldId="266"/>
            <ac:spMk id="20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11:49.765" v="102" actId="478"/>
          <ac:spMkLst>
            <pc:docMk/>
            <pc:sldMk cId="0" sldId="266"/>
            <ac:spMk id="31" creationId="{00000000-0000-0000-0000-000000000000}"/>
          </ac:spMkLst>
        </pc:spChg>
      </pc:sldChg>
      <pc:sldChg chg="delSp modSp mod">
        <pc:chgData name="Дмитрий Бардаков" userId="56046afecdaba7d7" providerId="LiveId" clId="{FBD82FAF-E5AD-491E-A0EF-8E69CCA091C8}" dt="2026-04-19T23:16:23.509" v="115" actId="20577"/>
        <pc:sldMkLst>
          <pc:docMk/>
          <pc:sldMk cId="0" sldId="267"/>
        </pc:sldMkLst>
        <pc:spChg chg="mod">
          <ac:chgData name="Дмитрий Бардаков" userId="56046afecdaba7d7" providerId="LiveId" clId="{FBD82FAF-E5AD-491E-A0EF-8E69CCA091C8}" dt="2026-04-19T23:16:23.509" v="115" actId="20577"/>
          <ac:spMkLst>
            <pc:docMk/>
            <pc:sldMk cId="0" sldId="267"/>
            <ac:spMk id="15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12:45.821" v="104" actId="478"/>
          <ac:spMkLst>
            <pc:docMk/>
            <pc:sldMk cId="0" sldId="267"/>
            <ac:spMk id="22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12:45.821" v="104" actId="478"/>
          <ac:spMkLst>
            <pc:docMk/>
            <pc:sldMk cId="0" sldId="267"/>
            <ac:spMk id="23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12:45.821" v="104" actId="478"/>
          <ac:spMkLst>
            <pc:docMk/>
            <pc:sldMk cId="0" sldId="267"/>
            <ac:spMk id="24" creationId="{00000000-0000-0000-0000-000000000000}"/>
          </ac:spMkLst>
        </pc:spChg>
      </pc:sldChg>
      <pc:sldChg chg="delSp modSp add del mod ord setBg">
        <pc:chgData name="Дмитрий Бардаков" userId="56046afecdaba7d7" providerId="LiveId" clId="{FBD82FAF-E5AD-491E-A0EF-8E69CCA091C8}" dt="2026-04-19T23:06:41.778" v="78" actId="47"/>
        <pc:sldMkLst>
          <pc:docMk/>
          <pc:sldMk cId="728183474" sldId="268"/>
        </pc:sldMkLst>
        <pc:spChg chg="mod">
          <ac:chgData name="Дмитрий Бардаков" userId="56046afecdaba7d7" providerId="LiveId" clId="{FBD82FAF-E5AD-491E-A0EF-8E69CCA091C8}" dt="2026-04-19T23:05:43.779" v="73"/>
          <ac:spMkLst>
            <pc:docMk/>
            <pc:sldMk cId="728183474" sldId="268"/>
            <ac:spMk id="3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5:45.412" v="74" actId="478"/>
          <ac:spMkLst>
            <pc:docMk/>
            <pc:sldMk cId="728183474" sldId="268"/>
            <ac:spMk id="6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5:47.173" v="75" actId="478"/>
          <ac:spMkLst>
            <pc:docMk/>
            <pc:sldMk cId="728183474" sldId="268"/>
            <ac:spMk id="19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5:49.531" v="76" actId="478"/>
          <ac:spMkLst>
            <pc:docMk/>
            <pc:sldMk cId="728183474" sldId="268"/>
            <ac:spMk id="20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5:49.531" v="76" actId="478"/>
          <ac:spMkLst>
            <pc:docMk/>
            <pc:sldMk cId="728183474" sldId="268"/>
            <ac:spMk id="21" creationId="{00000000-0000-0000-0000-000000000000}"/>
          </ac:spMkLst>
        </pc:spChg>
        <pc:spChg chg="del">
          <ac:chgData name="Дмитрий Бардаков" userId="56046afecdaba7d7" providerId="LiveId" clId="{FBD82FAF-E5AD-491E-A0EF-8E69CCA091C8}" dt="2026-04-19T23:05:51.888" v="77" actId="478"/>
          <ac:spMkLst>
            <pc:docMk/>
            <pc:sldMk cId="728183474" sldId="268"/>
            <ac:spMk id="2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4420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340DD-1E7A-6315-D44C-48D507324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F7F8C-1DC9-2724-5C33-E5CBA7937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6B8A0-50F1-A8DF-29A0-1231B596B5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B1D4D-0DEE-7349-5F2D-434F6843D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245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DC83D-76A0-FC18-8428-EAA324131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2D117-403A-FBC8-8912-91DC299490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53699C-2B9C-ABC0-3DBB-3605E90C4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1530C-80C5-6877-9F17-5240E240F3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4411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1410D-BD67-733E-2475-CC9084BC1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A3C43-4881-B1A8-955D-1EFDF09BA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BBE1F5-946C-E0F2-988D-FC24CA2EF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E7983-965D-52FB-B57A-B1FB07F5AD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7553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73736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Алтайский государственный университет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Институт математики и информационных технологий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9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Кафедра информатики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C9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алгоритмического обеспечения и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структуры данных для автоматизированного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формирования учебного расписания университета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200400" y="3337560"/>
            <a:ext cx="27432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52044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Бардаков Дмитрий Александрович, </a:t>
            </a:r>
            <a:r>
              <a:rPr lang="ru-RU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4.205-2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85876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3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r>
              <a:rPr lang="en-US" sz="13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ru-RU" sz="13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Михеева Т.В., к.т.н., доцент кафедры информатики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1879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Зав. кафедрой: 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Козлов Денис Юрьевич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Барнаул,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 автоматизации расписания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59" y="822960"/>
            <a:ext cx="7015089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Составление учебного расписания — одна из ключевых административных задач университета.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04800" y="1600200"/>
            <a:ext cx="82905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ru-RU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Составление расписания — NP-трудная комбинаторная задача, требующая учета сотен ограничений.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ru-RU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</a:t>
            </a:r>
            <a:r>
              <a:rPr lang="ru-RU" sz="20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АлтГУ</a:t>
            </a:r>
            <a:r>
              <a:rPr lang="ru-RU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процесс формирования ведется преимущественно вручную с использованием макросов VBA начала 2000-х годов.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ru-RU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Существующий подход не отвечает современным требованиям к скорости, качеству и прозрачности планирования.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работы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77724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34440" y="777240"/>
            <a:ext cx="7589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серверной части системы, разработка структур данных и алгоритмического обеспечения для генерации расписания.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65760" y="1741932"/>
            <a:ext cx="384048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74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1696212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Формализация предметной области и математическая постановка задачи.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65760" y="2308860"/>
            <a:ext cx="384048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308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226314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нормализованной реляционной БД (</a:t>
            </a:r>
            <a:r>
              <a:rPr lang="ru-RU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ru-RU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65760" y="2875788"/>
            <a:ext cx="384048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8757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28300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алгоритма оптимизации на базе программирования в ограничениях.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текущего процесса планирования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7772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Отсутствие специализированного инструмента для автоматизации составления расписания в АлтГУ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1463040"/>
            <a:ext cx="4160520" cy="1508760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463040"/>
            <a:ext cx="416052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55448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и коллизии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Отсутствие нормализованной реляционной модели данных приводит к пересечениям занятий при параллельном редактировании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463040"/>
            <a:ext cx="4160520" cy="1508760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463040"/>
            <a:ext cx="416052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55448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Устаревший инструментарий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92024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Локальные Excel-таблицы и VBA-макросы начала 2000-х — риски потери данных, нет поддержки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" y="3154680"/>
            <a:ext cx="4160520" cy="1508760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3154680"/>
            <a:ext cx="416052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461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Алгоритмы оптимизации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361188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не позволяет применять современные методы комбинаторной оптимизации для учёта сложных перекрёстных ограничений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3154680"/>
            <a:ext cx="4160520" cy="1508760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3154680"/>
            <a:ext cx="4160520" cy="5486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461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Низкое качество расписания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361188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'Окна' у студентов и преподавателей, нерациональное использование аудиторного фонда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существующих решений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22960"/>
          <a:ext cx="8503920" cy="25146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Алгоритм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Ключевой недостаток для АлтГУ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1С: Расписание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Отеч.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Жадный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Конфликты при многопользовательской записи; низкое качество генерации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Апекс-ВУЗ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Отеч.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Весовой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интеграции с ММИС; значительные затраты на адаптацию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Зарубеж.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 порог развёртывания; нет готовой интеграции с отеч. системами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Зарубеж.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Рекурсия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Настольное приложение: нет многопользовательской работы и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3886200"/>
            <a:ext cx="8503920" cy="640080"/>
          </a:xfrm>
          <a:prstGeom prst="rect">
            <a:avLst/>
          </a:prstGeom>
          <a:solidFill>
            <a:srgbClr val="E8EEF7"/>
          </a:solidFill>
          <a:ln/>
        </p:spPr>
        <p:txBody>
          <a:bodyPr wrap="square" lIns="50800" tIns="101600" rIns="101600" bIns="508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ни одно решение не интегрируется с ММИС и не адаптировано под регламенты АлтГУ →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обоснована разработка собственной специализированной системы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Формализация системы ограничений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777240"/>
            <a:ext cx="4206240" cy="38404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7772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ограничения (7)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16152"/>
            <a:ext cx="4206240" cy="3657600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307592"/>
            <a:ext cx="40233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пересечений: преподаватель / группа / аудитория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преподавателя (расписание и ставка)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аудитории в временной слот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Соответствие оборудования требованиям занятия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Смена обучения для группы (1-я или 2-я)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более 4 пар в день для группы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времени перемещения между корпусами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777240"/>
            <a:ext cx="4069080" cy="3840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777240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Мягкие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34439"/>
            <a:ext cx="4069080" cy="1676835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298448"/>
            <a:ext cx="3840480" cy="530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Параллельность подгрупп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892040" y="1673352"/>
            <a:ext cx="3840480" cy="9082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Подгруппы одной дисциплины — в один слот, но в разных аудиториях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54880" y="3136392"/>
            <a:ext cx="40690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9180" y="3289337"/>
            <a:ext cx="3840480" cy="550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Двойная пара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869180" y="3662607"/>
            <a:ext cx="3840480" cy="9410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Лабораторные работы ставятся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двумя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занятиями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подряд в один день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Технологический стек и архитектура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945" y="1199672"/>
            <a:ext cx="2370909" cy="1100546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944" y="1199672"/>
            <a:ext cx="55321" cy="110054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4537" y="1288572"/>
            <a:ext cx="2212848" cy="4279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/ ASP.NET Core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4537" y="2001042"/>
            <a:ext cx="2212848" cy="3362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часть, REST API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44459" y="1203836"/>
            <a:ext cx="2363912" cy="1096382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4460" y="1208408"/>
            <a:ext cx="55158" cy="109638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09051" y="1325656"/>
            <a:ext cx="2206318" cy="4263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OR-Tools (CP-SAT)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02053" y="1876364"/>
            <a:ext cx="2206318" cy="3350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автогенерации расписания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44460" y="2926766"/>
            <a:ext cx="2377440" cy="1100546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44460" y="2926766"/>
            <a:ext cx="55474" cy="1100546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9052" y="3053269"/>
            <a:ext cx="2218944" cy="4279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EF Core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15583" y="3605779"/>
            <a:ext cx="2218944" cy="3362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данных, транзакции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9946" y="2921323"/>
            <a:ext cx="2383971" cy="1105989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946" y="2921323"/>
            <a:ext cx="55626" cy="1105989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4538" y="3010223"/>
            <a:ext cx="2225039" cy="4301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4538" y="3722693"/>
            <a:ext cx="2225039" cy="3379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Расширяемая структура проекта</a:t>
            </a:r>
            <a:endParaRPr lang="en-US" sz="115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5FABFEA-1F6A-7F56-EA7A-F2A555572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4519" y="1199672"/>
            <a:ext cx="1137648" cy="1137648"/>
          </a:xfrm>
          <a:prstGeom prst="rect">
            <a:avLst/>
          </a:prstGeom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557E3409-57AA-547A-9661-4FF7E423A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3729" y="2921323"/>
            <a:ext cx="1427545" cy="1105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BBE892F3-D3F6-8B8C-6805-7A6C7204C1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360" y="1178445"/>
            <a:ext cx="1143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D4ACCA5-4A05-4EAA-8B52-B4BD4EB553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5086" y="2918320"/>
            <a:ext cx="1028071" cy="1060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базы данных PostgreSQL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88696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технические решения: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74320" y="1728869"/>
            <a:ext cx="8412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Entity Framework Core — типобезопасная работа с данными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Транзакции с изоляцией SERIALIZABLE — исключают коллизии при параллельной записи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Миграции схемы — версионируемые изменения структуры БД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Нормализованная реляционная модель — отсутствие дублирования данных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автоматического составления расписания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ru-RU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6868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1389888"/>
            <a:ext cx="0" cy="2468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822960"/>
            <a:ext cx="781812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8686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Входные данные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0" y="86868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Занятия, преподаватели, группы, аудитории, ограничения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164592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2167128"/>
            <a:ext cx="0" cy="2468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1600200"/>
            <a:ext cx="7818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164592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CP-SAT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164592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Булевы переменные x[занятие, слот, аудитория] ∈ {0, 1}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242316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66928" y="2944368"/>
            <a:ext cx="0" cy="2468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2377440"/>
            <a:ext cx="781812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242316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Добавление ограничений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66160" y="242316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→ запреты; мягкие → штрафы в целевой функции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200400"/>
            <a:ext cx="502920" cy="5029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66928" y="3721608"/>
            <a:ext cx="0" cy="2468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05840" y="3154680"/>
            <a:ext cx="7818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320040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Решатель OR-Tools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566160" y="320040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Распространение ограничений + поиск с возвратом + эвристики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0040" y="3977640"/>
            <a:ext cx="502920" cy="502920"/>
          </a:xfrm>
          <a:prstGeom prst="ellipse">
            <a:avLst/>
          </a:prstGeom>
          <a:solidFill>
            <a:srgbClr val="1F7A3B"/>
          </a:solidFill>
          <a:ln w="12700">
            <a:solidFill>
              <a:srgbClr val="1F7A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005840" y="3931920"/>
            <a:ext cx="781812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97280" y="397764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66160" y="3977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Оптимальное расписание: минимум нарушений мягких при 100% соблюдении жёстких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81B013-4DE1-6EBB-32B1-24305DA56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B81BB7-962D-8DCD-EAAC-913628B8CC10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77B984D-EA6F-C229-7EB4-D90705F57366}"/>
              </a:ext>
            </a:extLst>
          </p:cNvPr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Примеры использования библиотеки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OR-tools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926163B-FAD2-BC71-32E6-E0356C100706}"/>
              </a:ext>
            </a:extLst>
          </p:cNvPr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12D8ADA-4F28-FBF5-E48F-D885D5AC1C13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B1FF2E00-1BE8-5507-1286-FE30103CF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63524"/>
            <a:ext cx="6322423" cy="1819213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A1AB95C9-6292-B254-BD73-043710B05E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687893"/>
            <a:ext cx="3759507" cy="2083413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E533C8F7-EA1F-EB64-A28F-CCB4ED896D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9295" y="2687893"/>
            <a:ext cx="4760385" cy="170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761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системы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22960"/>
            <a:ext cx="850392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22960"/>
            <a:ext cx="475488" cy="658368"/>
          </a:xfrm>
          <a:prstGeom prst="rect">
            <a:avLst/>
          </a:prstGeom>
          <a:solidFill>
            <a:srgbClr val="1F7A3B"/>
          </a:solidFill>
          <a:ln w="12700">
            <a:solidFill>
              <a:srgbClr val="1F7A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82296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86868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Модульные тесты (xUnit)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11880" y="868680"/>
            <a:ext cx="5074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ограничение покрыто отдельными тестами; изолированная проверка бизнес-правил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157276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572768"/>
            <a:ext cx="475488" cy="658368"/>
          </a:xfrm>
          <a:prstGeom prst="rect">
            <a:avLst/>
          </a:prstGeom>
          <a:solidFill>
            <a:srgbClr val="1F7A3B"/>
          </a:solidFill>
          <a:ln w="12700">
            <a:solidFill>
              <a:srgbClr val="1F7A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57276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1618488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Интеграционные тесты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611880" y="1618488"/>
            <a:ext cx="5074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Взаимодействие модулей: БД ↔ API ↔ OR-Tools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322576"/>
            <a:ext cx="850392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2322576"/>
            <a:ext cx="475488" cy="658368"/>
          </a:xfrm>
          <a:prstGeom prst="rect">
            <a:avLst/>
          </a:prstGeom>
          <a:solidFill>
            <a:srgbClr val="1F7A3B"/>
          </a:solidFill>
          <a:ln w="12700">
            <a:solidFill>
              <a:srgbClr val="1F7A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322576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2368296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расписания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611880" y="2368296"/>
            <a:ext cx="5074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Успешная автогенерация на тестовом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наборе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072384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3072384"/>
            <a:ext cx="475488" cy="658368"/>
          </a:xfrm>
          <a:prstGeom prst="rect">
            <a:avLst/>
          </a:prstGeom>
          <a:solidFill>
            <a:srgbClr val="1F7A3B"/>
          </a:solidFill>
          <a:ln w="12700">
            <a:solidFill>
              <a:srgbClr val="1F7A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072384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3118104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Жёсткие ограничения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611880" y="3118104"/>
            <a:ext cx="5074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нарушений в итоговом расписании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3822192"/>
            <a:ext cx="8503920" cy="658368"/>
          </a:xfrm>
          <a:prstGeom prst="rect">
            <a:avLst/>
          </a:prstGeom>
          <a:solidFill>
            <a:srgbClr val="F4F4F4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3822192"/>
            <a:ext cx="475488" cy="658368"/>
          </a:xfrm>
          <a:prstGeom prst="rect">
            <a:avLst/>
          </a:prstGeom>
          <a:solidFill>
            <a:srgbClr val="1F7A3B"/>
          </a:solidFill>
          <a:ln w="12700">
            <a:solidFill>
              <a:srgbClr val="1F7A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3822192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3867912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Многопользовательская работа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611880" y="3867912"/>
            <a:ext cx="5074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Транзакции PostgreSQL исключают конфликты при параллельной записи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3E56DF-936D-9BB2-705F-6CB7ED2BC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2970187-0ACD-5FB5-76FF-6C555753FA54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F43AA0D-901C-CB86-1063-EA1CEA8A3D33}"/>
              </a:ext>
            </a:extLst>
          </p:cNvPr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Примеры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тестирования алгоритма создания расписания 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A33428-4C64-6AF4-59E6-3DE41C362863}"/>
              </a:ext>
            </a:extLst>
          </p:cNvPr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ru-RU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C460017-13CE-7F21-68B4-D318F838D76F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9A950A-7ED2-8EE4-7D43-A9A5009FCEE2}"/>
              </a:ext>
            </a:extLst>
          </p:cNvPr>
          <p:cNvSpPr txBox="1"/>
          <p:nvPr/>
        </p:nvSpPr>
        <p:spPr>
          <a:xfrm>
            <a:off x="2553789" y="2198346"/>
            <a:ext cx="5610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ТУТ БУДУТ СКРИНШОТЫ ТЕСТОВ</a:t>
            </a:r>
          </a:p>
        </p:txBody>
      </p:sp>
    </p:spTree>
    <p:extLst>
      <p:ext uri="{BB962C8B-B14F-4D97-AF65-F5344CB8AC3E}">
        <p14:creationId xmlns:p14="http://schemas.microsoft.com/office/powerpoint/2010/main" val="114720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36576"/>
            <a:ext cx="8229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ru-RU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ходе работы выполнено: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1289304"/>
            <a:ext cx="347472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289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12344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Проведён анализ предметной области; формализована система из 7 жёстких и 3 мягких ограничений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0040" y="1837944"/>
            <a:ext cx="347472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837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17830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Спроектирована нормализованная БД PostgreSQL, охватывающая все сущности предметной области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0040" y="2386584"/>
            <a:ext cx="347472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3865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23317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Разработан доменный слой (C#, Clean Architecture): бизнес-сущности и </a:t>
            </a:r>
            <a:r>
              <a:rPr lang="ru-RU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20040" y="2935224"/>
            <a:ext cx="347472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9352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288036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 модуль автоматической генерации расписания на Google OR-Tools (CP-SAT)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12FE4E-14E5-2B59-17DE-12DB7328E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B8277FAC-4371-879E-F4AF-8AF7026A3B4B}"/>
              </a:ext>
            </a:extLst>
          </p:cNvPr>
          <p:cNvSpPr/>
          <p:nvPr/>
        </p:nvSpPr>
        <p:spPr>
          <a:xfrm>
            <a:off x="8595360" y="48463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ru-RU" sz="1100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B6DF2AB-E392-448D-7D21-3D60D112641D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39963738-3AAB-34B3-F8F7-91A9E535E520}"/>
              </a:ext>
            </a:extLst>
          </p:cNvPr>
          <p:cNvSpPr/>
          <p:nvPr/>
        </p:nvSpPr>
        <p:spPr>
          <a:xfrm>
            <a:off x="2286000" y="4572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внимание! Готов ответить на вопросы.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0006" y="909501"/>
            <a:ext cx="7963988" cy="2378529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4"/>
          <p:cNvSpPr/>
          <p:nvPr/>
        </p:nvSpPr>
        <p:spPr>
          <a:xfrm>
            <a:off x="590006" y="1893026"/>
            <a:ext cx="7963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внимание! Готов ответить на вопросы.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835806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735</Words>
  <Application>Microsoft Office PowerPoint</Application>
  <PresentationFormat>Экран (16:9)</PresentationFormat>
  <Paragraphs>161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Бардаков Дмитрий Александрович</cp:lastModifiedBy>
  <cp:revision>5</cp:revision>
  <dcterms:created xsi:type="dcterms:W3CDTF">2026-04-19T21:12:47Z</dcterms:created>
  <dcterms:modified xsi:type="dcterms:W3CDTF">2026-04-20T08:01:29Z</dcterms:modified>
</cp:coreProperties>
</file>